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00054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000054"/>
                </a:solidFill>
                <a:latin typeface="Calibri"/>
              </a:rPr>
              <a:t>Portable app, by size (MB)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Portable app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C3C44"/>
              </a:solidFill>
              <a:effectLst/>
            </c:spPr>
          </c:dPt>
          <c:dPt>
            <c:idx val="1"/>
            <c:bubble3D val="0"/>
            <c:spPr>
              <a:solidFill>
                <a:srgbClr val="E61E2A"/>
              </a:solidFill>
              <a:effectLst/>
            </c:spPr>
          </c:dPt>
          <c:dLbls>
            <c:dLbl>
              <c:idx val="0"/>
              <c:numFmt formatCode="0&quot; MB&quot;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 MB&quot;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 MB&quot;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Electron / Chromium runtime</c:v>
                </c:pt>
                <c:pt idx="1">
                  <c:v>Adflow itself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269</c:v>
                </c:pt>
                <c:pt idx="1">
                  <c:v>20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5555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Aim of the session: agree that Adflow can be reviewed and deployed. Two substantive questions only — the bundled Chromium runtime and code signing. Everything else is unusually simple: no backend, no accounts, no network traffic.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"no"s are what make the review short. Most of what a security team normally has to assess — authentication, data at rest on a server, API surface, egress — simply does not exist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this slide if time is short. The "no build step" point is worth dwelling on — very little commercial software can offer it, and it removes the usual supply-chain question about whether the shipped bundle matches the published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bundled runtime becomes a sticking point, the third column is the fallback: the same application inside the browser ITS already patches, with no Chromium of our own to maintain.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is no data-retention or data-residency question to answer, because no institutional system ever holds this data. It is the same posture as a local image editor.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Security teams distrust Electron apps largely because they typically ship telemetry and an update channel. This one has neither — worth saying plainly rather than letting them find out by asking.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 the runtime size to prompt a question. The answer is that it is a browser engine, the same one already approved on the fleet, and the next slide covers the obligation that comes with bundling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scan is run it will report the 14. The distinction is real: those packages build the app and are not inside it. DEPENDENCIES.md documents both scopes and how to verify each checksum.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soften this. Raising it ourselves is what makes it a managed risk rather than an oversight discovered during the review. The fallback in the red band is genuine and costs nothing to take.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licence body in the notices file is the genuine text fetched from each project’s own repository, not retyped, so it cannot drift from what they publish.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second ask — the certificate is the only thing that needs budget, and it is the one item that visibly improves the experience for every member of staff.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guye\AppData\Local\Temp\claude\E--WORK-OFFLINE-apps-Adflow\c4dbe0b3-8f3b-4a26-ba73-6ba5f8057916\scratchpad\brand\pixel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1143000"/>
            <a:ext cx="4434840" cy="4331360"/>
          </a:xfrm>
          <a:prstGeom prst="rect">
            <a:avLst/>
          </a:prstGeom>
        </p:spPr>
      </p:pic>
      <p:pic>
        <p:nvPicPr>
          <p:cNvPr id="3" name="Image 1" descr="C:\Users\nguye\AppData\Local\Temp\claude\E--WORK-OFFLINE-apps-Adflow\c4dbe0b3-8f3b-4a26-ba73-6ba5f8057916\scratchpad\brand\adflow-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77240"/>
            <a:ext cx="3931920" cy="509511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251460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and</a:t>
            </a:r>
            <a:endParaRPr lang="en-US" sz="4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Review</a:t>
            </a:r>
            <a:endParaRPr lang="en-US" sz="4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47091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AFB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in-house tool for producing HTML5 display advertising.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AFB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RMIT ITS.</a:t>
            </a:r>
            <a:endParaRPr lang="en-US" sz="15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5897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0.60.1  ·  Local edition  ·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61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design tool that runs entirely on the user’s machine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1887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staff build animated HTML5 display ads across every banner size at once, then export ad-network-compliant packages. It replaces licensed desktop software in that workflow.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4360" y="2148840"/>
            <a:ext cx="10881360" cy="1133856"/>
          </a:xfrm>
          <a:prstGeom prst="roundRect">
            <a:avLst>
              <a:gd name="adj" fmla="val 4839"/>
            </a:avLst>
          </a:prstGeom>
          <a:solidFill>
            <a:srgbClr val="F4F5F9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23744"/>
            <a:ext cx="384048" cy="384048"/>
          </a:xfrm>
          <a:prstGeom prst="ellipse">
            <a:avLst/>
          </a:prstGeom>
          <a:solidFill>
            <a:srgbClr val="E61E2A"/>
          </a:solidFill>
          <a:ln w="12700">
            <a:solidFill>
              <a:srgbClr val="E61E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523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3500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backend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81328" y="26974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accounts, no database, no server-side code. The hosted backend was removed entirely in v0.60.0.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4360" y="3447288"/>
            <a:ext cx="10881360" cy="1133856"/>
          </a:xfrm>
          <a:prstGeom prst="roundRect">
            <a:avLst>
              <a:gd name="adj" fmla="val 4839"/>
            </a:avLst>
          </a:prstGeom>
          <a:solidFill>
            <a:srgbClr val="F4F5F9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822192"/>
            <a:ext cx="384048" cy="384048"/>
          </a:xfrm>
          <a:prstGeom prst="ellipse">
            <a:avLst/>
          </a:prstGeom>
          <a:solidFill>
            <a:srgbClr val="E61E2A"/>
          </a:solidFill>
          <a:ln w="12700">
            <a:solidFill>
              <a:srgbClr val="E61E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481328" y="364845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installation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399592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desktop app is a folder. No registry writes, no admin rights, no Program Files.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4360" y="4745736"/>
            <a:ext cx="10881360" cy="1133856"/>
          </a:xfrm>
          <a:prstGeom prst="roundRect">
            <a:avLst>
              <a:gd name="adj" fmla="val 4839"/>
            </a:avLst>
          </a:prstGeom>
          <a:solidFill>
            <a:srgbClr val="F4F5F9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5120640"/>
            <a:ext cx="384048" cy="384048"/>
          </a:xfrm>
          <a:prstGeom prst="ellipse">
            <a:avLst/>
          </a:prstGeom>
          <a:solidFill>
            <a:srgbClr val="E61E2A"/>
          </a:solidFill>
          <a:ln w="12700">
            <a:solidFill>
              <a:srgbClr val="E61E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5120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481328" y="494690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network traffic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81328" y="5294376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uploaded, and nothing is fetched from the internet at runtime.</a:t>
            </a:r>
            <a:endParaRPr lang="en-US" sz="1250" dirty="0"/>
          </a:p>
        </p:txBody>
      </p:sp>
      <p:pic>
        <p:nvPicPr>
          <p:cNvPr id="20" name="Image 0" descr="C:\Users\nguye\AppData\Local\Temp\claude\E--WORK-OFFLINE-apps-Adflow\c4dbe0b3-8f3b-4a26-ba73-6ba5f8057916\scratchpad\brand\rmit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6272784"/>
            <a:ext cx="841248" cy="29203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572768" y="63093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9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Adflow  ·  v0.60.1  ·  ITS review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11064240" y="63093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9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61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numbers that matter for review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2057400"/>
            <a:ext cx="2615184" cy="1783080"/>
          </a:xfrm>
          <a:prstGeom prst="roundRect">
            <a:avLst>
              <a:gd name="adj" fmla="val 3077"/>
            </a:avLst>
          </a:prstGeom>
          <a:solidFill>
            <a:srgbClr val="F4F5F9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86968" y="2212848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1F7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86968" y="30175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network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at runtime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64992" y="2057400"/>
            <a:ext cx="2615184" cy="1783080"/>
          </a:xfrm>
          <a:prstGeom prst="roundRect">
            <a:avLst>
              <a:gd name="adj" fmla="val 3077"/>
            </a:avLst>
          </a:prstGeom>
          <a:solidFill>
            <a:srgbClr val="F4F5F9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0" y="2212848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1F7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30175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Vulnerabilities in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dependencies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35624" y="2057400"/>
            <a:ext cx="2615184" cy="1783080"/>
          </a:xfrm>
          <a:prstGeom prst="roundRect">
            <a:avLst>
              <a:gd name="adj" fmla="val 3077"/>
            </a:avLst>
          </a:prstGeom>
          <a:solidFill>
            <a:srgbClr val="F4F5F9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28232" y="2212848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0000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600" dirty="0"/>
          </a:p>
        </p:txBody>
      </p:sp>
      <p:sp>
        <p:nvSpPr>
          <p:cNvPr id="12" name="Text 10"/>
          <p:cNvSpPr txBox="1"/>
          <p:nvPr/>
        </p:nvSpPr>
        <p:spPr>
          <a:xfrm>
            <a:off x="6428232" y="30175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libraries,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checksummed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06256" y="2057400"/>
            <a:ext cx="2615184" cy="1783080"/>
          </a:xfrm>
          <a:prstGeom prst="roundRect">
            <a:avLst>
              <a:gd name="adj" fmla="val 3077"/>
            </a:avLst>
          </a:prstGeom>
          <a:solidFill>
            <a:srgbClr val="F4F5F9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98864" y="2212848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0000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56k</a:t>
            </a:r>
            <a:endParaRPr lang="en-US" sz="4600" dirty="0"/>
          </a:p>
        </p:txBody>
      </p:sp>
      <p:sp>
        <p:nvSpPr>
          <p:cNvPr id="15" name="Text 13"/>
          <p:cNvSpPr txBox="1"/>
          <p:nvPr/>
        </p:nvSpPr>
        <p:spPr>
          <a:xfrm>
            <a:off x="9198864" y="30175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first-party code,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it minified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" y="4114800"/>
            <a:ext cx="10881360" cy="1783080"/>
          </a:xfrm>
          <a:prstGeom prst="roundRect">
            <a:avLst>
              <a:gd name="adj" fmla="val 3077"/>
            </a:avLst>
          </a:prstGeom>
          <a:solidFill>
            <a:srgbClr val="000054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4370832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61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most useful fact for a code review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47548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D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build step. No bundler, no transpiler, no minifier is applied to our own code — so the file in the repository is byte-for-byte the file that executes. A reviewer reads exactly what runs, with no pipeline to trust and no bundle to reverse.</a:t>
            </a:r>
            <a:endParaRPr lang="en-US" sz="1450" dirty="0"/>
          </a:p>
        </p:txBody>
      </p:sp>
      <p:pic>
        <p:nvPicPr>
          <p:cNvPr id="19" name="Image 0" descr="C:\Users\nguye\AppData\Local\Temp\claude\E--WORK-OFFLINE-apps-Adflow\c4dbe0b3-8f3b-4a26-ba73-6ba5f8057916\scratchpad\brand\rmit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6272784"/>
            <a:ext cx="841248" cy="292033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572768" y="63093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9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Adflow  ·  v0.60.1  ·  ITS review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11064240" y="63093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9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61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application, three ways to deliver it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1887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application code is byte-identical in all three. Only the delivery differs, so a review of the code covers every option.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4360" y="2103120"/>
            <a:ext cx="3538728" cy="3520440"/>
          </a:xfrm>
          <a:prstGeom prst="roundRect">
            <a:avLst>
              <a:gd name="adj" fmla="val 1558"/>
            </a:avLst>
          </a:prstGeom>
          <a:solidFill>
            <a:srgbClr val="000054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377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Portable app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7432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61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for staff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108960"/>
            <a:ext cx="2926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D6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folder holding the app and its runtime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D6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installed, no admin rights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D6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no network at all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D6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 MB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70248" y="2103120"/>
            <a:ext cx="3538728" cy="3520440"/>
          </a:xfrm>
          <a:prstGeom prst="roundRect">
            <a:avLst>
              <a:gd name="adj" fmla="val 1558"/>
            </a:avLst>
          </a:prstGeom>
          <a:solidFill>
            <a:srgbClr val="F4F5F9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0288" y="2377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Container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4590288" y="27432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internal hosting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3108960"/>
            <a:ext cx="2926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5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nginx, unprivileged, read-only filesystem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5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 the same static files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5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port, health endpoint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5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 MB image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46136" y="2103120"/>
            <a:ext cx="3538728" cy="3520440"/>
          </a:xfrm>
          <a:prstGeom prst="roundRect">
            <a:avLst>
              <a:gd name="adj" fmla="val 1558"/>
            </a:avLst>
          </a:prstGeom>
          <a:solidFill>
            <a:srgbClr val="F4F5F9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66176" y="2377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 hosting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8266176" y="27432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web server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66176" y="3108960"/>
            <a:ext cx="2926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5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files over HTTPS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5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the browser ITS already manages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5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runtime to patch separately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5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MB</a:t>
            </a:r>
            <a:endParaRPr lang="en-US" sz="1200" dirty="0"/>
          </a:p>
        </p:txBody>
      </p:sp>
      <p:pic>
        <p:nvPicPr>
          <p:cNvPr id="17" name="Image 0" descr="C:\Users\nguye\AppData\Local\Temp\claude\E--WORK-OFFLINE-apps-Adflow\c4dbe0b3-8f3b-4a26-ba73-6ba5f8057916\scratchpad\brand\rmit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6272784"/>
            <a:ext cx="841248" cy="292033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572768" y="63093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9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Adflow  ·  v0.60.1  ·  ITS review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11064240" y="63093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9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61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stays on the user’s machine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1887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institutional system holding any of it, so no retention or residency question arises.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20240"/>
          <a:ext cx="1088136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7607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it lives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5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 in progress, recent projects, preferences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app’s own local storage, on that machine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Projects the user chooses to keep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.flow files, wherever the user saves them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Exported ads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ZIP, PNG, MP4 or GIF files, wherever the user saves them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4360" y="3977640"/>
            <a:ext cx="5321808" cy="1737360"/>
          </a:xfrm>
          <a:prstGeom prst="roundRect">
            <a:avLst>
              <a:gd name="adj" fmla="val 3158"/>
            </a:avLst>
          </a:prstGeom>
          <a:solidFill>
            <a:srgbClr val="F4F5F9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4206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telemetry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4553712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analytics, no crash reporting, no licence check and no usage tracking anywhere in the codebase.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53912" y="3977640"/>
            <a:ext cx="5321808" cy="1737360"/>
          </a:xfrm>
          <a:prstGeom prst="roundRect">
            <a:avLst>
              <a:gd name="adj" fmla="val 3158"/>
            </a:avLst>
          </a:prstGeom>
          <a:solidFill>
            <a:srgbClr val="F4F5F9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9672" y="4206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clean up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519672" y="4553712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Deleting the folder removes the application. Clearing its local data removes everything it holds.</a:t>
            </a:r>
            <a:endParaRPr lang="en-US" sz="1250" dirty="0"/>
          </a:p>
        </p:txBody>
      </p:sp>
      <p:pic>
        <p:nvPicPr>
          <p:cNvPr id="12" name="Image 0" descr="C:\Users\nguye\AppData\Local\Temp\claude\E--WORK-OFFLINE-apps-Adflow\c4dbe0b3-8f3b-4a26-ba73-6ba5f8057916\scratchpad\brand\rmit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6272784"/>
            <a:ext cx="841248" cy="29203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72768" y="63093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9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Adflow  ·  v0.60.1  ·  ITS review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11064240" y="63093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9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61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listening port, bound to loopback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1887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desktop app serves its own files to itself so the ad previews get a real web origin. That server is the only network component.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148840"/>
          <a:ext cx="1088136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67665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5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Outbound connections at runtime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None. The only host contacted is 127.0.0.1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Listening ports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One, on 127.0.0.1:47823 — verified unreachable from the machine’s LAN address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Auto-update channel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None. Updates are a new folder, handed over deliberately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Third-party CDNs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None. Every library and font is served from inside the app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 required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 Fully functional with no connectivity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94360" y="52120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internal server is read-only, serves an explicit allow-list of eight paths, and rejects directory traversal. External links open in the user’s normal browser, not inside the app.</a:t>
            </a:r>
            <a:endParaRPr lang="en-US" sz="1250" dirty="0"/>
          </a:p>
        </p:txBody>
      </p:sp>
      <p:pic>
        <p:nvPicPr>
          <p:cNvPr id="7" name="Image 0" descr="C:\Users\nguye\AppData\Local\Temp\claude\E--WORK-OFFLINE-apps-Adflow\c4dbe0b3-8f3b-4a26-ba73-6ba5f8057916\scratchpad\brand\rmit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6272784"/>
            <a:ext cx="841248" cy="29203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63093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9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Adflow  ·  v0.60.1  ·  ITS review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064240" y="63093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9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61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actually in the 288 MB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828800"/>
          <a:ext cx="49377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943600" y="2304288"/>
            <a:ext cx="201168" cy="201168"/>
          </a:xfrm>
          <a:prstGeom prst="ellipse">
            <a:avLst/>
          </a:prstGeom>
          <a:solidFill>
            <a:srgbClr val="E61E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309360" y="22402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Adflow itself — 20 MB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2569464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Unminified source, identical to the repository. Fully reviewable.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943600" y="3675888"/>
            <a:ext cx="201168" cy="201168"/>
          </a:xfrm>
          <a:prstGeom prst="ellipse">
            <a:avLst/>
          </a:prstGeom>
          <a:solidFill>
            <a:srgbClr val="3C3C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09360" y="36118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269 MB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09360" y="3941064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Chromium engine already trusted in Chrome and Edge. Not reviewable line by line, and nobody reviews it that way.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943600" y="5074920"/>
            <a:ext cx="5532120" cy="777240"/>
          </a:xfrm>
          <a:prstGeom prst="roundRect">
            <a:avLst>
              <a:gd name="adj" fmla="val 7059"/>
            </a:avLst>
          </a:prstGeom>
          <a:solidFill>
            <a:srgbClr val="F4F5F9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63640" y="5257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0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application layer is 7% of the bundle and 100% of what we wrote.</a:t>
            </a:r>
            <a:endParaRPr lang="en-US" sz="1300" dirty="0"/>
          </a:p>
        </p:txBody>
      </p:sp>
      <p:pic>
        <p:nvPicPr>
          <p:cNvPr id="13" name="Image 0" descr="C:\Users\nguye\AppData\Local\Temp\claude\E--WORK-OFFLINE-apps-Adflow\c4dbe0b3-8f3b-4a26-ba73-6ba5f8057916\scratchpad\brand\rmit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272784"/>
            <a:ext cx="841248" cy="29203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572768" y="63093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9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Adflow  ·  v0.60.1  ·  ITS review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11064240" y="63093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9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61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libraries, each pinned to a checksum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1887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are committed to the repository rather than fetched from a CDN, so the application cannot change underneath us and works offline.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103120"/>
          <a:ext cx="10881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1737360"/>
                <a:gridCol w="50292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Library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5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JSZip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files and export packages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iro.js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MPL-2.0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Colour picker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mediabunny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MPL-2.0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 export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gifenc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GIF export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harfbuzzjs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checksum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 subsetting at export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4360" y="4892040"/>
            <a:ext cx="5321808" cy="1005840"/>
          </a:xfrm>
          <a:prstGeom prst="roundRect">
            <a:avLst>
              <a:gd name="adj" fmla="val 5455"/>
            </a:avLst>
          </a:prstGeom>
          <a:solidFill>
            <a:srgbClr val="F4F5F9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502920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7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1783080" y="5138928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vulnerabilities in shipped dependencies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53912" y="4892040"/>
            <a:ext cx="5321808" cy="1005840"/>
          </a:xfrm>
          <a:prstGeom prst="roundRect">
            <a:avLst>
              <a:gd name="adj" fmla="val 5455"/>
            </a:avLst>
          </a:prstGeom>
          <a:solidFill>
            <a:srgbClr val="F4F5F9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9672" y="502920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00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7452360" y="5138928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build tooling only — never reaches a user</a:t>
            </a:r>
            <a:endParaRPr lang="en-US" sz="1250" dirty="0"/>
          </a:p>
        </p:txBody>
      </p:sp>
      <p:pic>
        <p:nvPicPr>
          <p:cNvPr id="12" name="Image 0" descr="C:\Users\nguye\AppData\Local\Temp\claude\E--WORK-OFFLINE-apps-Adflow\c4dbe0b3-8f3b-4a26-ba73-6ba5f8057916\scratchpad\brand\rmit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6272784"/>
            <a:ext cx="841248" cy="29203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72768" y="63093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9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Adflow  ·  v0.60.1  ·  ITS review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11064240" y="63093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9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61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ONGOING OBLIGATION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bundled browser engine must be patched by us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1887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B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state this rather than leave it to be found. It is the substantive question in this review.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4360" y="2148840"/>
            <a:ext cx="5321808" cy="2240280"/>
          </a:xfrm>
          <a:prstGeom prst="roundRect">
            <a:avLst>
              <a:gd name="adj" fmla="val 2449"/>
            </a:avLst>
          </a:prstGeom>
          <a:solidFill>
            <a:srgbClr val="141468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377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61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issue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761488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CB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bundles Chromium 130 (Electron 33.4.11). Windows Update and ITS browser management do not patch it. When an advisory lands, the fix is a rebuild and a redistribution — a handful of times a year.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53912" y="2148840"/>
            <a:ext cx="5321808" cy="2240280"/>
          </a:xfrm>
          <a:prstGeom prst="roundRect">
            <a:avLst>
              <a:gd name="adj" fmla="val 2449"/>
            </a:avLst>
          </a:prstGeom>
          <a:solidFill>
            <a:srgbClr val="141468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9672" y="2377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61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limits the exposure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519672" y="2761488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CB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loads no remote content of any kind and renders nothing the user has not opened from their own disk. The usual route to a browser-engine exploit — hostile content arriving over the network — does not exist here.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94360" y="4617720"/>
            <a:ext cx="10881360" cy="1143000"/>
          </a:xfrm>
          <a:prstGeom prst="roundRect">
            <a:avLst>
              <a:gd name="adj" fmla="val 4800"/>
            </a:avLst>
          </a:prstGeom>
          <a:solidFill>
            <a:srgbClr val="E61E2A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48463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that obligation is not acceptable, the identical application runs as a static site inside the browser ITS already manages and patches — with no runtime of our own to review.</a:t>
            </a:r>
            <a:endParaRPr lang="en-US" sz="1400" dirty="0"/>
          </a:p>
        </p:txBody>
      </p:sp>
      <p:pic>
        <p:nvPicPr>
          <p:cNvPr id="13" name="Image 0" descr="C:\Users\nguye\AppData\Local\Temp\claude\E--WORK-OFFLINE-apps-Adflow\c4dbe0b3-8f3b-4a26-ba73-6ba5f8057916\scratchpad\brand\rmit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6272784"/>
            <a:ext cx="841248" cy="292033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572768" y="63093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E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Adflow  ·  v0.60.1  ·  ITS review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1064240" y="63093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61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GAPS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Stated openly, with their status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011680"/>
          <a:ext cx="108813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4297680"/>
                <a:gridCol w="3566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5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Binaries are not code-signed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warns on download; macOS blocks it outright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a certificate — our main ask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Chromium version is pinned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patched by ITS browser management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Rebuild and redistribute on advisories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tooling reports findings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reach users; shipped scope is zero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Build-machine hygiene, tracked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 build not yet produced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 users build locally from source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an Apple Developer account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94360" y="4892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60120" y="512064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documents in the repository:  SECURITY.md  ·  DEPENDENCIES.md  ·  lib/THIRD-PARTY-NOTICES.txt</a:t>
            </a:r>
            <a:endParaRPr lang="en-US" sz="1300" dirty="0"/>
          </a:p>
        </p:txBody>
      </p:sp>
      <p:pic>
        <p:nvPicPr>
          <p:cNvPr id="7" name="Image 0" descr="C:\Users\nguye\AppData\Local\Temp\claude\E--WORK-OFFLINE-apps-Adflow\c4dbe0b3-8f3b-4a26-ba73-6ba5f8057916\scratchpad\brand\rmit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6272784"/>
            <a:ext cx="841248" cy="29203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63093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9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Adflow  ·  v0.60.1  ·  ITS review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064240" y="63093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9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guye\AppData\Local\Temp\claude\E--WORK-OFFLINE-apps-Adflow\c4dbe0b3-8f3b-4a26-ba73-6ba5f8057916\scratchpad\brand\pixel-red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-2103120" y="3200400"/>
            <a:ext cx="3840480" cy="375086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94360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61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ARE ASKING FOR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decisions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94360" y="1572768"/>
            <a:ext cx="10881360" cy="1261872"/>
          </a:xfrm>
          <a:prstGeom prst="roundRect">
            <a:avLst>
              <a:gd name="adj" fmla="val 4348"/>
            </a:avLst>
          </a:prstGeom>
          <a:solidFill>
            <a:srgbClr val="141468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60120" y="2011680"/>
            <a:ext cx="384048" cy="384048"/>
          </a:xfrm>
          <a:prstGeom prst="ellipse">
            <a:avLst/>
          </a:prstGeom>
          <a:solidFill>
            <a:srgbClr val="E61E2A"/>
          </a:solidFill>
          <a:ln w="12700">
            <a:solidFill>
              <a:srgbClr val="E61E2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1801368"/>
            <a:ext cx="9509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application for internal use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554480" y="2167128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FB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repository is ready to scan today: unminified, dependency-free at runtime, with published checksums.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94360" y="2944368"/>
            <a:ext cx="10881360" cy="1261872"/>
          </a:xfrm>
          <a:prstGeom prst="roundRect">
            <a:avLst>
              <a:gd name="adj" fmla="val 4348"/>
            </a:avLst>
          </a:prstGeom>
          <a:solidFill>
            <a:srgbClr val="141468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60120" y="3383280"/>
            <a:ext cx="384048" cy="384048"/>
          </a:xfrm>
          <a:prstGeom prst="ellipse">
            <a:avLst/>
          </a:prstGeom>
          <a:solidFill>
            <a:srgbClr val="E61E2A"/>
          </a:solidFill>
          <a:ln w="12700">
            <a:solidFill>
              <a:srgbClr val="E61E2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6012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554480" y="3172968"/>
            <a:ext cx="9509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a code-signing certificate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554480" y="3538728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FB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the SmartScreen warning staff currently see, and is a prerequisite for any macOS distribution.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94360" y="4315968"/>
            <a:ext cx="10881360" cy="1261872"/>
          </a:xfrm>
          <a:prstGeom prst="roundRect">
            <a:avLst>
              <a:gd name="adj" fmla="val 4348"/>
            </a:avLst>
          </a:prstGeom>
          <a:solidFill>
            <a:srgbClr val="141468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60120" y="4754880"/>
            <a:ext cx="384048" cy="384048"/>
          </a:xfrm>
          <a:prstGeom prst="ellipse">
            <a:avLst/>
          </a:prstGeom>
          <a:solidFill>
            <a:srgbClr val="E61E2A"/>
          </a:solidFill>
          <a:ln w="12700">
            <a:solidFill>
              <a:srgbClr val="E61E2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60120" y="4754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554480" y="4544568"/>
            <a:ext cx="9509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the patching arrangement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910328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FB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rebuild and redistribute on Chromium advisories. Confirm that meets policy, or we move to hosted delivery instead.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5715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E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Adflow is small, readable, offline by default and stores nothing outside the machine it runs on.</a:t>
            </a:r>
            <a:endParaRPr lang="en-US" sz="1300" dirty="0"/>
          </a:p>
        </p:txBody>
      </p:sp>
      <p:pic>
        <p:nvPicPr>
          <p:cNvPr id="21" name="Image 1" descr="C:\Users\nguye\AppData\Local\Temp\claude\E--WORK-OFFLINE-apps-Adflow\c4dbe0b3-8f3b-4a26-ba73-6ba5f8057916\scratchpad\brand\rmit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272784"/>
            <a:ext cx="841248" cy="292033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572768" y="63093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E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Adflow  ·  v0.60.1  ·  ITS review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11064240" y="63093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RMIT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RMIT Adflow — ITS Review</dc:title>
  <dc:subject>PptxGenJS Presentation</dc:subject>
  <dc:creator>RMIT Adflow</dc:creator>
  <cp:lastModifiedBy>RMIT Adflow</cp:lastModifiedBy>
  <cp:revision>1</cp:revision>
  <dcterms:created xsi:type="dcterms:W3CDTF">2026-09-21T09:17:14Z</dcterms:created>
  <dcterms:modified xsi:type="dcterms:W3CDTF">2026-09-21T09:17:14Z</dcterms:modified>
</cp:coreProperties>
</file>